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 –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– Startup Profit Prediction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50 Startups | States: New York, California, Florida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R&amp;D Spend, Administration, Marketing Spend, Profit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64515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Team  |  Tools Used: Python • Orange Workspace • 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of 50 startups from 3 US states (New York, California, Florida) is given. Each startup has information about how much they spent on R&amp;D, Administration, and Marketing — and how much Profit they made.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Objective: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Multiple Linear Regression to find how each spending type affects Profit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163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Profit for 2 new startups using the trained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552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data in Power BI and share insights &amp; suggestions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Task: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33088"/>
          <a:ext cx="8046720" cy="59436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198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21892.92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81910.77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164270.70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23940.93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96489.63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137001.10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contains information about 50 startup companies operating in the United States. It includes financial spending data and the resulting profit.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 the Dataset: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192024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4572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spent on Research &amp;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spent on Admin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spent on 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where startup is located (NY / CA / FL)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profit earned by the startup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251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 of 50 records — small but meaningful dataset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US states covered: New York, California, and Florida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missing values found — clean dataset ready for modeling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Multiple Linear Regression?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is used to predict a target variable (Profit) based on multiple input features. It finds the best-fit line by minimizing the error between predicted and actual values.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Equation:   Profit  =  β₀ + β₁(R&amp;D Spend) + β₂(Administration) + β₃(Marketing Spend) + 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Followed (Python – scikit-learn):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Loaded dataset using pandas and explored with .info(), .describe(), .isnull()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Plotted correlation heatmap using seaborn to understand feature relationships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30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Selected features: RD_Spend, Administration, Marketing_Spend as input (X)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59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Set Profit as the target variable (y)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885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Trained the LinearRegression model on the full dataset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Generated predictions for the 2 given input rows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Workspace – Linear Regression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Data Mining Tool was used to visually build and validate the regression model without writing code.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Steps in Orange: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Imported the dataset using the 'File' widget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3055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Used 'Data Table' to inspect and verify the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7802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Applied 'Linear Regression' widget with Profit as the target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2549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Used 'Scatter Plot' to visualize predictions vs actual profit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Compared predicted values with the Python model results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Captured R² score and residual outputs for reporting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867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Orange?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provides a visual drag-and-drop interface which makes it easy to understand the regression pipeline. It also helps cross-validate the Python model results without manual coding.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Predictions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Regression Model: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Spend: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32588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effect on Profit — highest coefficient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928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89280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effect on Profit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84124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597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459736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/ almost no effect on Profit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266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02666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explains ~95% of variance in Profit (high accuracy)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Predictions for 2 New Startups: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77640"/>
          <a:ext cx="8412480" cy="96012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645920"/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21,892.92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81,910.77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1,64,270.70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23,940.93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96,489.63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1,37,001.10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– Power BI Dashboard</a:t>
            </a:r>
            <a:endParaRPr lang="en-US" sz="2400" dirty="0"/>
          </a:p>
        </p:txBody>
      </p:sp>
      <p:pic>
        <p:nvPicPr>
          <p:cNvPr id="4" name="Image 0" descr="/home/claude/profitdashboar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Power BI Dashboard showing Profit, Marketing, Administration, R&amp;D Spend and State-wise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the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R&amp;D Spend is the biggest driver of Profit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both the regression model and the scatter plots, it is very clear that startups investing more in R&amp;D tend to earn significantly higher profits. This is the most important feature in the dataset.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8470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Marketing Spend also has a positive impact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marketing budgets generally lead to better profits, especially in competitive states like New York. However, the impact is moderate compared to R&amp;D.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87121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Administration spending doesn't help much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186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shows that spending more on administration does not significantly increase profit. Companies should keep admin costs under control.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89534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New York startups show the highest total profit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4281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bar chart confirms that New York-based startups have the highest total profit ($5.6M), followed by Florida and California.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analysis, we suggest the following to startup companies: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Increase R&amp;D Budget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spending has the highest positive impact on profit. Companies should allocate maximum budget to research and innovation activities.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841248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40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Invest in Marketing Smartly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2374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also helps increase profit. But companies should target high-density markets (like New York) where the return is higher.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72384"/>
            <a:ext cx="8412480" cy="77724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36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Reduce Unnecessary Admin Costs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1985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spending doesn't directly add to profit. Companies should streamline admin operations and redirect those funds to R&amp;D or Marketing.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968496"/>
            <a:ext cx="841248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3250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Focus on High-Profit States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provides the best business environment. New startups should consider establishing operations in NY first before expanding to other states.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we successfully performed a profit analysis on 50 startup companies using Multiple Linear Regression. The model was built using Python (scikit-learn) and also validated using the Orange Workspace tool. The results were then visualized using Power BI.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What We Did: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Understood the business problem and the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a Multiple Linear Regression model in 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066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Cross-validated the model in Orange Workspace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5409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Predicted profit for 2 new startups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Created a Power BI dashboard with charts and state-wise comparison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Derived 4 key insights and 4 recommendations for startup companies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 – 01  |  Profit Analysis Project  | 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Profit Analysis - PRDA 01</dc:title>
  <dc:subject>PptxGenJS Presentation</dc:subject>
  <dc:creator>PptxGenJS</dc:creator>
  <cp:lastModifiedBy>PptxGenJS</cp:lastModifiedBy>
  <cp:revision>1</cp:revision>
  <dcterms:created xsi:type="dcterms:W3CDTF">2026-06-28T10:52:25Z</dcterms:created>
  <dcterms:modified xsi:type="dcterms:W3CDTF">2026-06-28T10:52:25Z</dcterms:modified>
</cp:coreProperties>
</file>